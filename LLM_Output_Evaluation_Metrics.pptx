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Output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Metrics: Correctness, Conciseness, Relevance, Faithfulness, Completeness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Correctness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Measures factual accuracy and logical soundness.</a:t>
            </a:r>
          </a:p>
          <a:p>
            <a:r>
              <a:t>Question: Did the model get it right?</a:t>
            </a:r>
          </a:p>
          <a:p/>
          <a:p>
            <a:r>
              <a:t>Example:</a:t>
            </a:r>
          </a:p>
          <a:p>
            <a:r>
              <a:t>❌ Incorrect: Paris is the capital of Germany.</a:t>
            </a:r>
          </a:p>
          <a:p>
            <a:r>
              <a:t>✅ Correct: Paris is the capital of France.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Conciseness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Clarity and efficiency without unnecessary repetition.</a:t>
            </a:r>
          </a:p>
          <a:p>
            <a:r>
              <a:t>Question: Did the model say it in the fewest words?</a:t>
            </a:r>
          </a:p>
          <a:p/>
          <a:p>
            <a:r>
              <a:t>Example:</a:t>
            </a:r>
          </a:p>
          <a:p>
            <a:r>
              <a:t>❌ Verbose: Paris, which is a famous European city, is the capital of France.</a:t>
            </a:r>
          </a:p>
          <a:p>
            <a:r>
              <a:t>✅ Concise: Paris is the capital of France.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How well the response addresses the user’s query.</a:t>
            </a:r>
          </a:p>
          <a:p>
            <a:r>
              <a:t>Question: Did the model stay on-topic?</a:t>
            </a:r>
          </a:p>
          <a:p/>
          <a:p>
            <a:r>
              <a:t>Example:</a:t>
            </a:r>
          </a:p>
          <a:p>
            <a:r>
              <a:t>❌ Irrelevant: Eiffel Tower is a famous landmark.</a:t>
            </a:r>
          </a:p>
          <a:p>
            <a:r>
              <a:t>✅ Relevant: The capital of France is Paris.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Faithfulness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Stays true to the source/context, avoids hallucinations.</a:t>
            </a:r>
          </a:p>
          <a:p>
            <a:r>
              <a:t>Question: Does the answer reflect only what’s in the evidence?</a:t>
            </a:r>
          </a:p>
          <a:p/>
          <a:p>
            <a:r>
              <a:t>Example:</a:t>
            </a:r>
          </a:p>
          <a:p>
            <a:r>
              <a:t>❌ Unfaithful: The Eiffel Tower is in Berlin.</a:t>
            </a:r>
          </a:p>
          <a:p>
            <a:r>
              <a:t>✅ Faithful: The Eiffel Tower is in Paris.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Covers all required aspects of the query.</a:t>
            </a:r>
          </a:p>
          <a:p>
            <a:r>
              <a:t>Question: Did the model cover everything?</a:t>
            </a:r>
          </a:p>
          <a:p/>
          <a:p>
            <a:r>
              <a:t>Example:</a:t>
            </a:r>
          </a:p>
          <a:p>
            <a:r>
              <a:t>❌ Incomplete: Paris and Berlin.</a:t>
            </a:r>
          </a:p>
          <a:p>
            <a:r>
              <a:t>✅ Complete: Paris, Berlin, and Madrid.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Correctness = Factual accuracy</a:t>
            </a:r>
          </a:p>
          <a:p>
            <a:r>
              <a:t>Conciseness = Clear &amp; brief</a:t>
            </a:r>
          </a:p>
          <a:p>
            <a:r>
              <a:t>Relevance = On-topic</a:t>
            </a:r>
          </a:p>
          <a:p>
            <a:r>
              <a:t>Faithfulness = True to context</a:t>
            </a:r>
          </a:p>
          <a:p>
            <a:r>
              <a:t>Completeness = Fully answered</a:t>
            </a:r>
          </a:p>
          <a:p/>
          <a:p>
            <a:r>
              <a:t>Together, these provide a structured evaluation of LLM outputs.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